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【项目名称】汇报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【汇报人】 · 【日期】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目标与进展概览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【本阶段目标】</a:t>
            </a:r>
          </a:p>
          <a:p>
            <a:r>
              <a:rPr sz="2000"/>
              <a:t>【完成度：x / y】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关键成果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【成果一】</a:t>
            </a:r>
          </a:p>
          <a:p>
            <a:r>
              <a:rPr sz="2000"/>
              <a:t>【成果二】</a:t>
            </a:r>
          </a:p>
          <a:p>
            <a:r>
              <a:rPr sz="2000"/>
              <a:t>【成果三】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问题与风险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【问题 · 影响 · 应对】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下一步计划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【计划事项 · 负责人 · 时间】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需要的支持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【需要谁、做什么、什么时候】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